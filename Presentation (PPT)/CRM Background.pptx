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39C9-8439-3900-A563-C2B2D87DF8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280926-03C0-BA7E-0EB2-9C9C6B636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9FC45-070D-9CBA-54B4-1A5D0BAAF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7D95-9607-476D-831C-5A3EC163BE3F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FB746-F9A9-7A84-3603-120996467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C18E8-55A6-5362-9257-875B4FADF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EA945-02B6-43C1-9684-639FB9541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06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60BBC-50A8-7352-D2A6-22B579E09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D42C5-5D09-33A4-B5F6-2E5D5C730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E0019-CAA5-05D9-9180-936774EA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7D95-9607-476D-831C-5A3EC163BE3F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84231-2D85-4762-24EE-52432391F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D3ADE-53E0-80A9-92A2-81F09A48B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EA945-02B6-43C1-9684-639FB9541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940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274F6-2F0B-B530-FC5C-CDC0BB5BF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22EDEE-F029-6DE2-69FA-353FB2CBC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48B71-8DDC-6875-0F1E-D7A3712DB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7D95-9607-476D-831C-5A3EC163BE3F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3BE22-410F-3F3D-E8DC-F2C366DD7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D0AE7-B585-F2FD-21ED-B1179DCCB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EA945-02B6-43C1-9684-639FB9541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607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50CC5-607C-B4E0-3C4E-74AD04699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F21E3-1318-1791-66D2-DDC5A5E437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79B01E-A4E0-8CBF-F7B9-4669B9F21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413EF-BF94-A18B-1B00-AA63F3516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7D95-9607-476D-831C-5A3EC163BE3F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0CB5E-F4FE-098F-01F1-5FFCA2B45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8BE4D-C119-7CCF-6FEC-006D57CA3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EA945-02B6-43C1-9684-639FB9541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79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4D6B8-E478-71A5-293F-1D51F41B4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26573-FE58-D2C0-573C-046891E1F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1B35D-1452-1633-78E2-D6E674610D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CCB2B8-01F8-9783-2BE6-82196604CE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9F75C-303D-7CF7-E83E-D29AF48BBF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CBC930-97F3-CB23-4FD0-D83148F19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7D95-9607-476D-831C-5A3EC163BE3F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ECAACD-DE6D-8E8D-B634-3235605DB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29A72-1515-BDBB-A443-78748BCD7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EA945-02B6-43C1-9684-639FB9541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78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4616A-650F-D329-F790-41A71BDF5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4AA6BD-D2FD-C444-C44B-D42F162F4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7D95-9607-476D-831C-5A3EC163BE3F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CEEAF2-C1A6-2FC8-047C-8FA64D7E5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CEB584-4E53-2486-9524-103CEC832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EA945-02B6-43C1-9684-639FB9541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464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3F98A9-E61B-7B7B-6F55-50FB5C3DF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7D95-9607-476D-831C-5A3EC163BE3F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13E75C-AFCE-F8C8-973A-A32A687E1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F7F38-9773-8062-80F3-D22BCBC83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EA945-02B6-43C1-9684-639FB9541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719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88675-3AF3-5815-8027-551BBE102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66C53-D0BC-334C-5463-A050A803B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B13AE-1EFD-AC14-9296-878DD2907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DF47F-8E85-FD2D-D806-E188042A8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7D95-9607-476D-831C-5A3EC163BE3F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B55CF-265F-9E21-42ED-B8CFCD62D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CA1CD-DC6D-D330-0402-5E72E4A7E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EA945-02B6-43C1-9684-639FB9541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514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3E9BD-4209-9782-7CBF-BFFACA106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6D100E-08F6-2199-A842-F7174D5EE0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EAA3A-335A-92BB-5A79-73625A8E1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4FAC6B-DFB6-8FAC-5966-1B163B3B9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7D95-9607-476D-831C-5A3EC163BE3F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51A33-47E8-C1CE-F40F-DFE51DAAD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AB053A-4D06-C780-0208-DA64FE5F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EA945-02B6-43C1-9684-639FB9541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190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6DBF7-2543-57EF-857D-D0E793B6E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50B287-08A5-E88C-0664-009220084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5AEA8-1C62-8557-AA58-A1E90D3B5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7D95-9607-476D-831C-5A3EC163BE3F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14C93-879B-9841-9112-E326B3114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7630D-704E-062E-FDC4-1C6D8ABCB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EA945-02B6-43C1-9684-639FB9541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207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5A5065-5C23-5008-64F3-026F102CCF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83D52E-1CC9-FC9D-7640-1DC82536E4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29989-AFDB-59D6-D2EC-7DBCE7305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7D95-9607-476D-831C-5A3EC163BE3F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9DF21-5EE3-B6C3-9EE9-171733D33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C61F8-EED7-C29D-73A1-66C2A9BA4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EA945-02B6-43C1-9684-639FB9541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562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96284-A9D9-5B86-7DAC-72A6559E2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571A1-1817-7D3C-4D1A-9E29B9A35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4A0C6-4375-8B46-4E1E-D7311243BA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47D95-9607-476D-831C-5A3EC163BE3F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29333-339E-D57B-E183-2D963210D3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0E4DB-26FB-FC15-AC74-DFFDD362B7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0EA945-02B6-43C1-9684-639FB9541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459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C559C-C4EF-26ED-70BB-21437DE2E5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1ED6A9-3B1A-FF1C-EA47-491D42D20B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456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67E039-70F0-6FEB-1699-A100A78ECA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D99C00A-AAAE-4AE9-8009-7A44168E437D}"/>
              </a:ext>
            </a:extLst>
          </p:cNvPr>
          <p:cNvSpPr/>
          <p:nvPr/>
        </p:nvSpPr>
        <p:spPr>
          <a:xfrm>
            <a:off x="826851" y="1"/>
            <a:ext cx="10437779" cy="95331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274291A-7D39-B7ED-96FE-1E1BFB6E5836}"/>
              </a:ext>
            </a:extLst>
          </p:cNvPr>
          <p:cNvSpPr/>
          <p:nvPr/>
        </p:nvSpPr>
        <p:spPr>
          <a:xfrm>
            <a:off x="927369" y="277238"/>
            <a:ext cx="1786647" cy="1181911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F7467EE-31AC-0C70-537D-1825C487DFFE}"/>
              </a:ext>
            </a:extLst>
          </p:cNvPr>
          <p:cNvSpPr/>
          <p:nvPr/>
        </p:nvSpPr>
        <p:spPr>
          <a:xfrm>
            <a:off x="3025301" y="277238"/>
            <a:ext cx="1786647" cy="1181911"/>
          </a:xfrm>
          <a:prstGeom prst="round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F8F0F33-A385-0B5B-5697-0FB932678ADE}"/>
              </a:ext>
            </a:extLst>
          </p:cNvPr>
          <p:cNvSpPr/>
          <p:nvPr/>
        </p:nvSpPr>
        <p:spPr>
          <a:xfrm>
            <a:off x="5123233" y="277238"/>
            <a:ext cx="1786647" cy="1181911"/>
          </a:xfrm>
          <a:prstGeom prst="round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81160C5-E561-F7C6-2097-75EB9085243C}"/>
              </a:ext>
            </a:extLst>
          </p:cNvPr>
          <p:cNvSpPr/>
          <p:nvPr/>
        </p:nvSpPr>
        <p:spPr>
          <a:xfrm>
            <a:off x="7221165" y="277237"/>
            <a:ext cx="1786647" cy="1181911"/>
          </a:xfrm>
          <a:prstGeom prst="round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748873D-8814-22FE-E26C-40C7383076CB}"/>
              </a:ext>
            </a:extLst>
          </p:cNvPr>
          <p:cNvSpPr/>
          <p:nvPr/>
        </p:nvSpPr>
        <p:spPr>
          <a:xfrm>
            <a:off x="9319097" y="277236"/>
            <a:ext cx="1786647" cy="1181911"/>
          </a:xfrm>
          <a:prstGeom prst="round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86B7783-7938-4E98-C71C-E51F0CE0E20F}"/>
              </a:ext>
            </a:extLst>
          </p:cNvPr>
          <p:cNvSpPr/>
          <p:nvPr/>
        </p:nvSpPr>
        <p:spPr>
          <a:xfrm>
            <a:off x="165369" y="1937424"/>
            <a:ext cx="5097294" cy="193418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7ED56AF-922E-CB86-611F-B7ABF264B985}"/>
              </a:ext>
            </a:extLst>
          </p:cNvPr>
          <p:cNvSpPr/>
          <p:nvPr/>
        </p:nvSpPr>
        <p:spPr>
          <a:xfrm>
            <a:off x="5575569" y="1937424"/>
            <a:ext cx="4278550" cy="193418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A65574B-72C6-F9AC-475A-7A6ABD0459D7}"/>
              </a:ext>
            </a:extLst>
          </p:cNvPr>
          <p:cNvSpPr/>
          <p:nvPr/>
        </p:nvSpPr>
        <p:spPr>
          <a:xfrm>
            <a:off x="165369" y="4397712"/>
            <a:ext cx="5097294" cy="193418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B813B88-013D-43CF-9BFD-D9E53EDD6DC5}"/>
              </a:ext>
            </a:extLst>
          </p:cNvPr>
          <p:cNvSpPr/>
          <p:nvPr/>
        </p:nvSpPr>
        <p:spPr>
          <a:xfrm>
            <a:off x="5575569" y="4397712"/>
            <a:ext cx="4278550" cy="193418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C61DD71-42B9-EFEB-00CA-D886FE9EDDFD}"/>
              </a:ext>
            </a:extLst>
          </p:cNvPr>
          <p:cNvSpPr/>
          <p:nvPr/>
        </p:nvSpPr>
        <p:spPr>
          <a:xfrm>
            <a:off x="10129736" y="1937424"/>
            <a:ext cx="1896895" cy="4394473"/>
          </a:xfrm>
          <a:prstGeom prst="round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9B728AF-61B7-C6CA-70EF-82977182CAA9}"/>
              </a:ext>
            </a:extLst>
          </p:cNvPr>
          <p:cNvSpPr/>
          <p:nvPr/>
        </p:nvSpPr>
        <p:spPr>
          <a:xfrm>
            <a:off x="89170" y="6484443"/>
            <a:ext cx="12013660" cy="33155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Eng : Mohamed Assem</a:t>
            </a:r>
          </a:p>
        </p:txBody>
      </p:sp>
      <p:pic>
        <p:nvPicPr>
          <p:cNvPr id="22" name="Picture 21" descr="A white circle with a letter c in it&#10;&#10;AI-generated content may be incorrect.">
            <a:extLst>
              <a:ext uri="{FF2B5EF4-FFF2-40B4-BE49-F238E27FC236}">
                <a16:creationId xmlns:a16="http://schemas.microsoft.com/office/drawing/2014/main" id="{E943AAD3-C709-F1DC-D162-41FD4D01C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0666" y="6539439"/>
            <a:ext cx="261282" cy="26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170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8261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4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Eng/Mohamed Assem</dc:creator>
  <cp:lastModifiedBy>Eng/Mohamed Assem</cp:lastModifiedBy>
  <cp:revision>1</cp:revision>
  <dcterms:created xsi:type="dcterms:W3CDTF">2025-10-24T18:24:40Z</dcterms:created>
  <dcterms:modified xsi:type="dcterms:W3CDTF">2025-10-24T21:58:35Z</dcterms:modified>
</cp:coreProperties>
</file>